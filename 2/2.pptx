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7" r:id="rId3"/>
    <p:sldId id="269" r:id="rId4"/>
    <p:sldId id="270" r:id="rId5"/>
    <p:sldId id="271" r:id="rId6"/>
    <p:sldId id="27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20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965DCA-6721-891D-E7E5-D1AD20A8D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6215E7-5515-0325-EB77-1130693E70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795D84-6A36-25EF-2137-F8949751F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1A54-7F2E-4B8E-A303-2C22D92DC332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73CC3E-A7AF-F45C-265C-5362F6A78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ABB062-AFB9-928D-602C-85BF05987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D3538-4B06-4E6B-AA1E-7968FB572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942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32686D-030B-88CD-A585-EF0458EAA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757F28-6665-6527-F5D8-7F639DC0A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9259D2-2DE4-3CDE-33D0-7EDF04DBC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1A54-7F2E-4B8E-A303-2C22D92DC332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A5B605-1B47-1471-2847-5B1C9EDDC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697D48-9048-D8A7-5D88-F72223DB1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D3538-4B06-4E6B-AA1E-7968FB572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119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6017E3-6013-2521-4CC1-F987382F3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D76266-7068-2D65-7D95-FF5238645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62A8DC-17BE-C743-C530-126C2978B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1A54-7F2E-4B8E-A303-2C22D92DC332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B6ADCE-7EE8-0507-88C4-700847758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5D389F-60D3-0635-D4C2-DA7D3D6FC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D3538-4B06-4E6B-AA1E-7968FB572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923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A5FF45-C8AC-4D8F-0FEA-1E1679908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6D72D5-30AE-DF34-8228-209DA3A83A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C2D14E-31C7-0A50-CC70-D41319CBF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A39800-3539-6A2D-6C3D-38EF7BB74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1A54-7F2E-4B8E-A303-2C22D92DC332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8DD50A-7483-51F1-AB90-327CCFC68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5597AB-C72D-FF7F-8AA6-235669C38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D3538-4B06-4E6B-AA1E-7968FB572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917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A1A080-07F6-BEF7-0933-E835E8468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CB05ED-92E3-A688-6CE0-EFE7108CF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B4C494-4C04-CAF0-8500-BB6219632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AA9EA75-C9F6-6BAC-8559-E6A150FA51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20D8BFC-CF22-E897-585B-AB7307747C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0BD07AE-AF5A-C35C-EDA8-C5B4E5F97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1A54-7F2E-4B8E-A303-2C22D92DC332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1315AC2-8D42-3C8F-5402-5DD024B59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DF62D5-53FB-6241-DBAC-DA4ADAD4C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D3538-4B06-4E6B-AA1E-7968FB572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1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CF4434-0B81-C1F2-77C6-0924D40FA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68AE0D2-842E-20E0-71A6-3DE53A851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1A54-7F2E-4B8E-A303-2C22D92DC332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8CBBFA7-9637-E452-DBCE-279F1B83A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6D8EDE-B438-FD61-12A2-E9A1E34B7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D3538-4B06-4E6B-AA1E-7968FB572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992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5070572-07C4-505A-A090-4BC18715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1A54-7F2E-4B8E-A303-2C22D92DC332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957C141-ACDD-144A-B2E7-0321AD1DD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3E497A-764B-B04D-54B9-9C83AC15C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D3538-4B06-4E6B-AA1E-7968FB572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408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864C00-4E47-6B3D-5A7B-64BB0AC81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E77B7D-66AB-DFFA-154D-C528EDA50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858AD7-D186-B432-CB26-8966D1447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DC5C9D-F061-9A23-C71B-3F9A493E3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1A54-7F2E-4B8E-A303-2C22D92DC332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8FD677-26BD-AEA3-66DE-6C3435AFA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E7CA8B-1B4F-B81D-9C76-F736FA0A3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D3538-4B06-4E6B-AA1E-7968FB572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312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878866-2443-FDD8-B60F-C86E42032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A0B23F-12CC-BE54-A554-D23B3DC283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756509-2911-E190-319C-130152BC6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650420-D7F8-A01D-D731-BCBA5A97F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1A54-7F2E-4B8E-A303-2C22D92DC332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8BE5B2-2E6D-84F5-7A89-1811C6843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E7DDF2-C456-2D46-BF78-A2810B48D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D3538-4B06-4E6B-AA1E-7968FB572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391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42CC88-7351-60FF-1E43-BFD7F11DD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44CE06-6DDB-72A0-03C6-59FE362306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F245AF-ECF4-BAEE-17C7-31C6F4E5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1A54-7F2E-4B8E-A303-2C22D92DC332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26908E-3A30-70F6-346D-D1FD9659D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8AB4C4-D7C8-11E0-8A47-524B6981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D3538-4B06-4E6B-AA1E-7968FB572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514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CAD0F4A-A7B9-68D0-0332-1075713D7C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F542C2-8190-F92A-8451-55275C235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9753EC-7588-5F4C-DFD7-54DFDB18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1A54-7F2E-4B8E-A303-2C22D92DC332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F39213-9B18-6E8A-17F1-C9C52E98B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9B79EA-2020-F354-09CC-D762F0E5F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D3538-4B06-4E6B-AA1E-7968FB572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032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7DD75C-E5E0-961D-B518-5201408A3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96AA3A-6D1F-544E-6BBF-BB9AD0B61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86BDC8-D794-1AAE-E01A-6D54507C6A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B1A54-7F2E-4B8E-A303-2C22D92DC332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E79DF3-98C3-EC8D-7BBA-5D49C015D6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0A5DD5-CB5B-62A6-1FFF-92779A979E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D3538-4B06-4E6B-AA1E-7968FB572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63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46CD5-00B5-E1B2-D4B2-832EAD77A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9787AF-156A-C681-87E4-062DEE9CB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3075"/>
            <a:ext cx="9144000" cy="2387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GTIIT-</a:t>
            </a:r>
            <a:r>
              <a:rPr lang="en-US" altLang="zh-C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KongFu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战队</a:t>
            </a:r>
            <a:b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电控组</a:t>
            </a:r>
            <a:b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语言培训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62792D5-1038-364B-7B0F-E0F26651F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59408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66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A169B7-9BDF-F88E-A9F0-DBBAD7DD8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培训内容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03EAE1-578D-6ABB-0053-D860B597A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typedef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枚举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函数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作用域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075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FCC28-5FAE-DAF0-3A67-C92E0BD38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typedef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9E72B6-5054-DFD1-D4C2-B19CAA5E33DD}"/>
              </a:ext>
            </a:extLst>
          </p:cNvPr>
          <p:cNvSpPr txBox="1"/>
          <p:nvPr/>
        </p:nvSpPr>
        <p:spPr>
          <a:xfrm>
            <a:off x="115503" y="1155032"/>
            <a:ext cx="65933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作用：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为类型取一个新的名字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使用：</a:t>
            </a:r>
            <a:r>
              <a:rPr lang="en-US" altLang="zh-CN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typedef</a:t>
            </a:r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 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类型 名字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与</a:t>
            </a:r>
            <a:r>
              <a:rPr lang="en-US" altLang="zh-CN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#define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的区别：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zh-CN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typedef 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仅限于为类型定义符号名称，</a:t>
            </a:r>
            <a:r>
              <a:rPr lang="zh-CN" altLang="zh-CN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#define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 不仅可以为类型定义别名，也能为数值定义别名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zh-CN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typedef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 是由编译器执行解释，</a:t>
            </a:r>
            <a:r>
              <a:rPr lang="zh-CN" altLang="zh-CN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#define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 语句是由预编译器进行处理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endParaRPr lang="zh-CN" altLang="en-US" dirty="0">
              <a:solidFill>
                <a:srgbClr val="FF000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9CB9B8C-39FC-F862-3528-1D563D640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55" y="3429000"/>
            <a:ext cx="2118996" cy="323628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4639165-6E1C-53F0-864B-5E8DCD7F79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371" y="3429000"/>
            <a:ext cx="3057952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125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8637F2-5823-2BD3-0285-760B80637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枚举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8E57FB-539D-FE95-F1D0-CED39BDC5555}"/>
              </a:ext>
            </a:extLst>
          </p:cNvPr>
          <p:cNvSpPr txBox="1"/>
          <p:nvPr/>
        </p:nvSpPr>
        <p:spPr>
          <a:xfrm>
            <a:off x="117909" y="1343818"/>
            <a:ext cx="10279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华文仿宋" panose="02010600040101010101" pitchFamily="2" charset="-122"/>
                <a:ea typeface="华文仿宋" panose="02010600040101010101" pitchFamily="2" charset="-122"/>
              </a:rPr>
              <a:t>enum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（枚举</a:t>
            </a:r>
            <a:r>
              <a:rPr lang="zh-CN" altLang="en-US" dirty="0"/>
              <a:t>）：</a:t>
            </a:r>
            <a:endParaRPr lang="en-US" altLang="zh-CN" dirty="0"/>
          </a:p>
          <a:p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一种基本数据类型，用于定义一组具有离散值的常量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用处</a:t>
            </a:r>
            <a:r>
              <a:rPr lang="zh-CN" altLang="en-US" dirty="0"/>
              <a:t>：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用于为程序中的一组相关的常量取名字，以便于程序的可读性和维护性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形式：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3A295B3-40FE-D96E-B707-2BAB08E3A0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31" y="2544147"/>
            <a:ext cx="1686160" cy="170521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8568B86-DB76-26EE-9FF4-5A5555261F0E}"/>
              </a:ext>
            </a:extLst>
          </p:cNvPr>
          <p:cNvSpPr txBox="1"/>
          <p:nvPr/>
        </p:nvSpPr>
        <p:spPr>
          <a:xfrm>
            <a:off x="1876191" y="2610559"/>
            <a:ext cx="6776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注意：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第一个枚举成员的默认值为整型的 0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（如果初始化为其他值也可）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，后续枚举成员的值在前一个成员上加 1。</a:t>
            </a:r>
            <a:endParaRPr lang="zh-CN" altLang="en-US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BEFD213-9BA3-1B29-58D2-DD6926EC45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31" y="4315772"/>
            <a:ext cx="2348073" cy="172971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3211E83-49B5-23A0-96F3-7FA6DDFFBD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547" y="814022"/>
            <a:ext cx="1762371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375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F996C9-FEDC-FE63-97AA-8F2F035E8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函数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16B9D68-A207-D771-A0FF-7F577B5FCA71}"/>
              </a:ext>
            </a:extLst>
          </p:cNvPr>
          <p:cNvSpPr txBox="1"/>
          <p:nvPr/>
        </p:nvSpPr>
        <p:spPr>
          <a:xfrm>
            <a:off x="202131" y="1164657"/>
            <a:ext cx="100295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void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（空类型）：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指定没有可用的值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用途：函数返回为空，函数参数为空，指针指向</a:t>
            </a:r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void</a:t>
            </a:r>
          </a:p>
          <a:p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函数：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一组一起执行一个任务的语句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，每一个</a:t>
            </a:r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C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语言程序都有一个主函数</a:t>
            </a:r>
            <a:r>
              <a:rPr lang="en-US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main</a:t>
            </a:r>
            <a:r>
              <a:rPr lang="zh-CN" altLang="en-US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（）</a:t>
            </a:r>
            <a:endParaRPr lang="en-US" altLang="zh-CN" b="1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lvl="0" latinLnBrk="1"/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返回类型：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一个函数可以返回一个值。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return_type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 是函数返回的值的数据类型。有些函数执行所需的操作而不返回值，在这种情况下，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return_type 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是关键字 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void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。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lvl="0" latinLnBrk="1"/>
            <a:endParaRPr lang="zh-CN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lvl="0" latinLnBrk="1"/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函数名称：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这是函数的实际名称。函数名和参数列表一起构成了函数签名。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lvl="0" latinLnBrk="1"/>
            <a:endParaRPr lang="zh-CN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lvl="0" latinLnBrk="1"/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参数：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参数就像是占位符。当函数被调用时，您向参数传递一个值，这个值被称为实际参数。参数列表包括函数参数的类型、顺序、数量。参数是可选的，也就是说，函数可能不包含参数。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lvl="0" latinLnBrk="1"/>
            <a:endParaRPr lang="zh-CN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lvl="0" latinLnBrk="1"/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函数主体：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函数主体包含一组定义函数执行任务的语句。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lvl="0" latinLnBrk="1"/>
            <a:endParaRPr lang="zh-CN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函数要使用参数，则必须声明接受参数值的变量。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这些变量称为函数的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形式参数</a:t>
            </a:r>
            <a:endParaRPr lang="zh-CN" altLang="en-US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9503E50-D023-3E87-E31F-8F752E19FD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233" y="4407289"/>
            <a:ext cx="5039428" cy="128605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7DE9D93-704C-6BF7-8DEC-530EF648FAEE}"/>
              </a:ext>
            </a:extLst>
          </p:cNvPr>
          <p:cNvSpPr txBox="1"/>
          <p:nvPr/>
        </p:nvSpPr>
        <p:spPr>
          <a:xfrm>
            <a:off x="202131" y="5819712"/>
            <a:ext cx="10424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传值调用：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向函数传递参数的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传值调用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方法，把参数的实际值复制给函数的形式参数。在这种情况下，修改函数内的形式参数不会影响实际参数。默认情况下，C 语言使用</a:t>
            </a:r>
            <a:r>
              <a:rPr lang="zh-CN" altLang="zh-CN" i="1" dirty="0">
                <a:latin typeface="华文仿宋" panose="02010600040101010101" pitchFamily="2" charset="-122"/>
                <a:ea typeface="华文仿宋" panose="02010600040101010101" pitchFamily="2" charset="-122"/>
              </a:rPr>
              <a:t>传值调用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方法来传递参数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2002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0D802-36E0-7942-549A-2A3F422DC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作用域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AF0871E-742C-C434-C762-35D9C5FE5777}"/>
              </a:ext>
            </a:extLst>
          </p:cNvPr>
          <p:cNvSpPr txBox="1"/>
          <p:nvPr/>
        </p:nvSpPr>
        <p:spPr>
          <a:xfrm>
            <a:off x="250257" y="1343818"/>
            <a:ext cx="1086692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局部变量：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在某个函数或块的内部声明的变量称为局部变量。它们只能被该函数或该代码块内部的语句使用。局部变量在函数外部是不可知的。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全局变量：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定义在函数外部，通常是在程序的顶部。全局变量在整个程序生命周期内都是有效的，在任意的函数内部能访问全局变量。全局变量可以被任何函数访问。也就是说，全局变量在声明后整个程序中都是可用的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注意：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在程序中，局部变量和全局变量的名称可以相同，但是在函数内，如果两个名字相同，会使用局部变量值，全局变量不会被使用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函数的参数，形式参数，被当作该函数内的局部变量，如果与全局变量同名它们会优先使用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7731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941</Words>
  <Application>Microsoft Office PowerPoint</Application>
  <PresentationFormat>宽屏</PresentationFormat>
  <Paragraphs>41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华文仿宋</vt:lpstr>
      <vt:lpstr>Arial</vt:lpstr>
      <vt:lpstr>Times New Roman</vt:lpstr>
      <vt:lpstr>Office 主题​​</vt:lpstr>
      <vt:lpstr>GTIIT-KongFu战队 电控组 C语言培训-2</vt:lpstr>
      <vt:lpstr>培训内容</vt:lpstr>
      <vt:lpstr>typedef</vt:lpstr>
      <vt:lpstr>枚举</vt:lpstr>
      <vt:lpstr>函数</vt:lpstr>
      <vt:lpstr>作用域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C</dc:creator>
  <cp:lastModifiedBy>MD C</cp:lastModifiedBy>
  <cp:revision>3</cp:revision>
  <dcterms:created xsi:type="dcterms:W3CDTF">2026-09-24T06:23:37Z</dcterms:created>
  <dcterms:modified xsi:type="dcterms:W3CDTF">2026-09-24T07:58:13Z</dcterms:modified>
</cp:coreProperties>
</file>